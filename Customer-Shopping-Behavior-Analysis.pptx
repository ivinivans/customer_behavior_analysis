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image" Target="../media/image-10-3.png"/><Relationship Id="rId4" Type="http://schemas.openxmlformats.org/officeDocument/2006/relationships/image" Target="../media/image-10-4.jpeg"/><Relationship Id="rId5" Type="http://schemas.openxmlformats.org/officeDocument/2006/relationships/image" Target="../media/image-10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3,900 purchases · 18 features · goal: uncover spending, segments, preferences, subscriptions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49314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Summary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2367260"/>
            <a:ext cx="3053877" cy="1706662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6832" y="2562622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56832" y="2971304"/>
            <a:ext cx="26631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Rows: 3,900 · Columns: 18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3904359" y="2367260"/>
            <a:ext cx="3053976" cy="1706662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99715" y="2562622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Features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4099715" y="2971304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Demographics, Purchase details, Behavior, Shipping, Discounts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1475" y="4262934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6832" y="445829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Missing Data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6832" y="4866977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 values in Review Rating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503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Exploratory Data Analysis (Python)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7370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669580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814836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Load &amp; Inspect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223518"/>
            <a:ext cx="349687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pandas: df.info(), describe()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47359" y="237370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669580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4347359" y="2814836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Clean &amp; Impute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47359" y="3223518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Imputed Review Rating by category median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33244" y="237370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33244" y="2669580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8033244" y="2814836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Standardize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033244" y="3223518"/>
            <a:ext cx="349687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Renamed columns to snake_case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415905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4454922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4600178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Eng.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61475" y="5008860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age_group, purchase_frequency_days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190301" y="415905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190301" y="4454922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301" y="4600178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DB Load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6190301" y="5008860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Uploaded cleaned DF to PostgreSQL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6797"/>
            <a:ext cx="3504219" cy="35043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3201" y="2455664"/>
            <a:ext cx="6903269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SQL Analysis — Business Questions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4633201" y="3117155"/>
            <a:ext cx="690326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by gender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High-spending discount users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products by rating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Shipping type comparison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Revenue by Gender</a:t>
            </a:r>
            <a:endParaRPr lang="en-US" sz="1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09538"/>
            <a:ext cx="10868745" cy="60865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049195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revenue notably higher than female (raw totals)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064716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Discounts &amp; High-Spenders</a:t>
            </a:r>
            <a:endParaRPr lang="en-US" sz="37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38834"/>
            <a:ext cx="6296860" cy="198387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696451" y="208061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875881" y="2694781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High-Spending Discount Users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875881" y="3103463"/>
            <a:ext cx="58680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839 rows identified — customers using discounts but spending above average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11724"/>
            <a:ext cx="6296860" cy="16814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696451" y="4253508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875881" y="4867672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Discount-Dependent Products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75881" y="5276354"/>
            <a:ext cx="586804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5: Hat (50%), Sneakers (49.66%), Coat, Sweater, Pants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56048"/>
            <a:ext cx="5203794" cy="37458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2776" y="1532434"/>
            <a:ext cx="5203794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Products &amp; Sales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332776" y="2193925"/>
            <a:ext cx="5203794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Top-rated: Gloves, Sandals, Boots, Hat, Skirt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sellers by category: Jewelry, Blouse, Sandals, Jacket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Sales by category: Clothing 1,800 · Accessories 1,200 · Footwear 600 · Outerwear 300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56048"/>
            <a:ext cx="5203794" cy="37458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2776" y="1532434"/>
            <a:ext cx="5203794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Customers &amp; Segments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332776" y="2193925"/>
            <a:ext cx="5203794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Segments: Loyal 3,116 · Returning 701 · New 83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Subscribers: Yes 1,053 (avg $59.49) · No 2,847 (avg $59.87)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Repeat buyers (&gt;5 purchases) more likely to be non-subscribers by count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55625"/>
            <a:ext cx="8517816" cy="45787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43723"/>
            <a:ext cx="10868745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Power BI Dashboard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61475" y="6060678"/>
            <a:ext cx="1147833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dashboard: 3.9K customers · Avg purchase $59.76 · Avg rating 3.75 · Subscription donut 27% yes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202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Recommendations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260699"/>
            <a:ext cx="1247545" cy="771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45254" y="2260699"/>
            <a:ext cx="19816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Loyalty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145254" y="2669381"/>
            <a:ext cx="198164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Reward repeat buyers to move them into Loyal segment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135" y="2260699"/>
            <a:ext cx="1247545" cy="7710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46914" y="2260699"/>
            <a:ext cx="198164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Boost Subscriptions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846914" y="2964656"/>
            <a:ext cx="19816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Promote exclusive subscriber benefits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794" y="2260699"/>
            <a:ext cx="1247545" cy="7710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48574" y="2260699"/>
            <a:ext cx="198164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Review Discount Policy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548574" y="2964656"/>
            <a:ext cx="19816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Balance sales uplift with margin control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954661"/>
            <a:ext cx="1247545" cy="77102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45254" y="3954661"/>
            <a:ext cx="198164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 Positioning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2145254" y="4658618"/>
            <a:ext cx="19816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top-rated and best-selling items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3135" y="3954661"/>
            <a:ext cx="1247545" cy="77102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846914" y="3954661"/>
            <a:ext cx="198164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Targeted Marketing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5846914" y="4658618"/>
            <a:ext cx="198164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high-revenue age groups and express-shipping users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2026-09-27T19:56:15Z</dcterms:created>
  <dcterms:modified xsi:type="dcterms:W3CDTF">2026-09-27T19:56:15Z</dcterms:modified>
</cp:coreProperties>
</file>